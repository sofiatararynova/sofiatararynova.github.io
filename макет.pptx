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49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000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23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38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27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318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50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6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99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28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37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01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96D14-A4DD-4B8D-841B-E7011DE3CD23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AFC8E-15B2-44C0-92EB-2529B58AB6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9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8090263" y="0"/>
            <a:ext cx="4101737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444137" y="339635"/>
            <a:ext cx="2473234" cy="24035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1/1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769531" y="836023"/>
            <a:ext cx="2758952" cy="3378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3/4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769532" y="4310743"/>
            <a:ext cx="870858" cy="1193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3/4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710057" y="4310743"/>
            <a:ext cx="870859" cy="1193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3/4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8090263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21096" y="588611"/>
            <a:ext cx="38544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Bahnschrift Light" panose="020B0502040204020203" pitchFamily="34" charset="0"/>
              </a:rPr>
              <a:t>Таратынова Софья</a:t>
            </a:r>
          </a:p>
          <a:p>
            <a:r>
              <a:rPr lang="ru-RU" sz="2800" dirty="0" smtClean="0">
                <a:latin typeface="Bahnschrift Light" panose="020B0502040204020203" pitchFamily="34" charset="0"/>
              </a:rPr>
              <a:t>Валентиновна</a:t>
            </a:r>
            <a:endParaRPr lang="ru-RU" sz="2800" dirty="0">
              <a:latin typeface="Bahnschrift Light" panose="020B0502040204020203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0657625" y="4310743"/>
            <a:ext cx="870858" cy="1193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3/4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213464" y="160367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11.10.2005, 20 лет 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69966" y="2858329"/>
            <a:ext cx="7480663" cy="1053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О себе: </a:t>
            </a:r>
          </a:p>
          <a:p>
            <a:r>
              <a:rPr lang="ru-RU" sz="2000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Два месяца пыталась угадать пароль от </a:t>
            </a:r>
            <a:r>
              <a:rPr lang="en-US" sz="2000" dirty="0" err="1" smtClean="0">
                <a:solidFill>
                  <a:schemeClr val="tx1"/>
                </a:solidFill>
                <a:latin typeface="Bahnschrift Light" panose="020B0502040204020203" pitchFamily="34" charset="0"/>
              </a:rPr>
              <a:t>wi-fi</a:t>
            </a:r>
            <a:r>
              <a:rPr lang="en-US" sz="2000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соседей. </a:t>
            </a:r>
            <a:endParaRPr lang="ru-RU" sz="2000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269967" y="4027194"/>
            <a:ext cx="4693920" cy="25390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Образование: </a:t>
            </a:r>
            <a:endParaRPr lang="ru-RU" dirty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Студент 3 курса </a:t>
            </a:r>
            <a:r>
              <a:rPr lang="ru-RU" dirty="0" err="1" smtClean="0">
                <a:solidFill>
                  <a:schemeClr val="tx1"/>
                </a:solidFill>
                <a:latin typeface="Bahnschrift Light" panose="020B0502040204020203" pitchFamily="34" charset="0"/>
              </a:rPr>
              <a:t>МИВлГУ</a:t>
            </a: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 по направлению программная инженерия. </a:t>
            </a:r>
          </a:p>
          <a:p>
            <a:endParaRPr lang="ru-RU" dirty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10-11 класс с технологическим профилем в МБОУСШ №8, г. Выкса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Детская художественная школа им. </a:t>
            </a:r>
            <a:r>
              <a:rPr lang="ru-RU" dirty="0" err="1" smtClean="0">
                <a:solidFill>
                  <a:schemeClr val="tx1"/>
                </a:solidFill>
                <a:latin typeface="Bahnschrift Light" panose="020B0502040204020203" pitchFamily="34" charset="0"/>
              </a:rPr>
              <a:t>Бедина</a:t>
            </a: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.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5040596" y="4027193"/>
            <a:ext cx="2644720" cy="25390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Навыки:</a:t>
            </a:r>
          </a:p>
          <a:p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 </a:t>
            </a:r>
            <a:endParaRPr lang="ru-RU" dirty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Python (</a:t>
            </a:r>
            <a:r>
              <a:rPr lang="en-US" dirty="0" err="1" smtClean="0">
                <a:solidFill>
                  <a:schemeClr val="tx1"/>
                </a:solidFill>
                <a:latin typeface="Bahnschrift Light" panose="020B0502040204020203" pitchFamily="34" charset="0"/>
              </a:rPr>
              <a:t>IDLE,PyCharm</a:t>
            </a:r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);</a:t>
            </a:r>
          </a:p>
          <a:p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C#</a:t>
            </a: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 (</a:t>
            </a: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Visual </a:t>
            </a:r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Studio</a:t>
            </a: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)</a:t>
            </a:r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;</a:t>
            </a:r>
          </a:p>
          <a:p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html, </a:t>
            </a:r>
            <a:r>
              <a:rPr lang="en-US" dirty="0" err="1" smtClean="0">
                <a:solidFill>
                  <a:schemeClr val="tx1"/>
                </a:solidFill>
                <a:latin typeface="Bahnschrift Light" panose="020B0502040204020203" pitchFamily="34" charset="0"/>
              </a:rPr>
              <a:t>css</a:t>
            </a: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 (</a:t>
            </a:r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VS Code</a:t>
            </a: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)</a:t>
            </a:r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;</a:t>
            </a:r>
          </a:p>
          <a:p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Java</a:t>
            </a:r>
            <a:r>
              <a:rPr lang="ru-RU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 (</a:t>
            </a:r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IntelliJ IDEA</a:t>
            </a:r>
            <a:r>
              <a:rPr lang="ru-RU" dirty="0">
                <a:solidFill>
                  <a:schemeClr val="tx1"/>
                </a:solidFill>
                <a:latin typeface="Bahnschrift Light" panose="020B0502040204020203" pitchFamily="34" charset="0"/>
              </a:rPr>
              <a:t>)</a:t>
            </a:r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;</a:t>
            </a:r>
          </a:p>
          <a:p>
            <a:r>
              <a:rPr lang="en-US" dirty="0" smtClean="0">
                <a:solidFill>
                  <a:schemeClr val="tx1"/>
                </a:solidFill>
                <a:latin typeface="Bahnschrift Light" panose="020B0502040204020203" pitchFamily="34" charset="0"/>
              </a:rPr>
              <a:t>PostgreSQL, Oracle</a:t>
            </a:r>
          </a:p>
          <a:p>
            <a:endParaRPr lang="en-US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37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86</Words>
  <Application>Microsoft Office PowerPoint</Application>
  <PresentationFormat>Широкоэкранный</PresentationFormat>
  <Paragraphs>23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Bahnschrift Light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PC</dc:creator>
  <cp:lastModifiedBy>PC</cp:lastModifiedBy>
  <cp:revision>6</cp:revision>
  <dcterms:created xsi:type="dcterms:W3CDTF">2025-12-09T10:09:05Z</dcterms:created>
  <dcterms:modified xsi:type="dcterms:W3CDTF">2025-12-09T10:48:57Z</dcterms:modified>
</cp:coreProperties>
</file>